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12121"/>
                </a:solidFill>
              </a:defRPr>
            </a:pPr>
            <a:r>
              <a:t>Kafka Enterprise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05050"/>
                </a:solidFill>
              </a:defRPr>
            </a:pPr>
            <a:r>
              <a:t>Real-Time Order Processing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Problem Statement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Solution Architecture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Technology Stack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System Components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Code Walkthrough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Infrastructure &amp; Deployment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E-commerce platforms face data distribution challenges: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High-volume order ingestion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Multiple systems need simultaneous access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- Payment processing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- Fraud detection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- Real-time analytics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Traditional architecture creates bottlenecks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Need decoupled, scalable event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Solution: Event-Driven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Decouple producers from consumers using Kafka: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Single event source, multiple consumers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Each service processes independently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No direct dependencies between services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Horizontal scalability built-in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Flow: Producer → Kafka → Consumers → Database →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Event Streaming: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Confluent Cloud (Managed Kafka)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Data Storage: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Couchbase Capella (Managed NoSQL)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Application: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FastAPI (Python) + React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Infrastructure: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AWS ECS/EKS + Terraform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Producer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↓ generates orders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Kafka 'orders' topic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↓ distributes to consumer groups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┌────────────┬────────────┬────────────┐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│   Fraud    │  Payment   │ Analytics  │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└────────────┴────────────┴─────┬──────┘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                            ↓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                       Couchbase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                            ↓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                      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System 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Order Producer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order = {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"order_id": 1,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"customer_id": 4582,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"amount": 249.99,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"country": "US",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"status": "CREATED"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producer.send("orders", value=order)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Kafka Consumer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Each service has a unique group ID: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fraud-group → Fraud Detection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payments-group → Payment Processing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analytics-group → Analytics Storage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All groups receive every message independently.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Adding new service = new consumer group.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No changes to existing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Fraud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def is_fraud(order):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high_amount = order['amount'] &gt; 300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risky_country = order['country'] not in ['US','CA']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high_amount and risky_country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# Production: Replace with ML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Analytics + Couchbase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for msg in consumer: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order = msg.value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doc_id = str(order['order_id'])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# Upsert: Insert or Update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collection.upsert(doc_id, order)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# Idempotent - handles duplicates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Backend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@app.get('/api/analytics')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def get_analytics():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result = cluster.query(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"SELECT * FROM order_analytics LIMIT 10"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{'orders': list(result)}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React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useEffect(() =&gt; {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fetchAnalytics();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const interval = setInterval(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fetchAnalytics, 5000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() =&gt; clearInterval(interval);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}, []);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// Auto-refresh every 5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Terraform - 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All AWS resources defined declaratively: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ECS Cluster &amp; Services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Task Definitions with secrets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Application Load Balancer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Security Groups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Secrets Manager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Deploy: terraform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Secrets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resource "aws_secretsmanager_secret" "db" {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name = "couchbase-credentials"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secret_string = jsonencode({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host     = var.couchbase_host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  password = var.couchbase_password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DCDCDC"/>
                </a:solidFill>
                <a:latin typeface="Consolas"/>
              </a:defRPr>
            </a:pPr>
            <a:r>
              <a:t># ECS injects as env vars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URL: https://orders.jumptotech.net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Features: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Real-time order creation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Live sales counter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Order status distribution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Country analytics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Stack: AWS ECS + Confluent + Couchbase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Kafka consumer groups enable scaling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Add services without code changes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Managed services reduce overhead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Confluent, Couchbase Capella, Fargate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3. Terraform ensures reproducibility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4. Never hardcode secrets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 Use AWS Secrets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8C8C"/>
                </a:solidFill>
              </a:defRPr>
            </a:pPr>
            <a:r>
              <a:t>Kafka Enterprise Orders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926080"/>
            <a:ext cx="4846320" cy="4572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12121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Questions?</a:t>
            </a:r>
          </a:p>
          <a:p>
            <a:pPr algn="ctr"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 algn="ctr"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github.com/your-username/kafka-enterprise-orders</a:t>
            </a:r>
          </a:p>
          <a:p>
            <a:pPr algn="ctr"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https://orders.jumptotech.net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